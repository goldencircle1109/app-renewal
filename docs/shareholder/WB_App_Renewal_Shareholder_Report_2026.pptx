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(주)라이트브라더스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리뉴얼 사업 보고서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274320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정기 주주총회 | 2026.03.31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대표이사 김병수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127000" tIns="190500" rIns="1905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자전거 전용 앱 → 멀티스포츠 탄소저감 플랫폼으로 전환하여 하락 추세를 반전시키고, STO(토큰증권)까지 확장합니다.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(As-Is)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수치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추세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MAU (앱+웹)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~4,000명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▼30-35%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Android 설치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7,180명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Android 평점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1.00★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심각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인프라 비용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190만원/월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45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(To-Be)</a:t>
            </a:r>
            <a:endParaRPr lang="en-US" sz="1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031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MAU 목표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성장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Phase 1 (3개월)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10,000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2.5배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Phase 2 (9개월)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30,000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7.5배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Phase 3 (15개월)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50,000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12.5배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Phase 4 (18개월)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100,000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25배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3152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목표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4K → 100K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73152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25배 성장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절감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190→123만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57200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804만원 절감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1248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841248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기간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1248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73주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841248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Phase 순차 실행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리뉴얼이 필요한 이유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기술부채 해소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11만줄, 테스트 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API키 하드코딩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7개 방치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TypeScript + TDD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37160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공백 선점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러닝 1,000만명 시장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크루+랭킹 통합 앱 없음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파크런 한국 미진출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카테고리 킬러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097280"/>
            <a:ext cx="3474720" cy="5029200"/>
          </a:xfrm>
          <a:prstGeom prst="roundRect">
            <a:avLst>
              <a:gd name="adj" fmla="val 3947"/>
            </a:avLst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37160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371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다각화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0" y="2286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현재: 커머스 수수료만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2926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광고 + 오퍼월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0" y="3566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프리미엄 구독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0" y="42062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토큰증권 (STO)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4단계 성장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371600"/>
            <a:ext cx="822960" cy="82296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SmartMove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교통수단 자동감지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탄소저감 계산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 포인트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029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광고+오퍼월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멀티스포츠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834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2918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GPX 코스 자동생성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랭킹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파크런 이벤트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5029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+구독+스폰서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371600"/>
            <a:ext cx="822960" cy="8229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커머스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2834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2918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일반샵+깜깜이방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상품설명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자동화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5029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9B59B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+수수료 8~20%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1097280"/>
            <a:ext cx="2743200" cy="5029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137160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10012680" y="1371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052560" y="23774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052560" y="28346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0" y="32918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탄소 토큰증권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STO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블록체인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26880" y="50292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0" y="5029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+토큰+B2B ESG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34640" y="27432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760720" y="27432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686800" y="2743200"/>
            <a:ext cx="457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SmartMove + 탄소저감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센서로 7가지 교통수단을 100% 자동 감지하고, 자동차 대비 탄소저감량을 실시간 계산합니다.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교통수단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감지 방법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정확도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걷기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SmartMove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93%+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러닝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SmartMove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95%+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자전거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센서 + GPS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90%+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버스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GPS + 정류장 지오펜스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90%+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지하철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GPS 신호 소실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85%+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자가용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지오펜스 (집/회사)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90%+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택시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소거법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85%+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3716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 정책 (적자 방지 구조)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731520"/>
                <a:gridCol w="7315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적립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교환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토큰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원가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CARBON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걷기/자전거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불가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가능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₩0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AD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광고 시청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가능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불가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광고수익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SHOP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상품 구매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가능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불가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마진</a:t>
                      </a:r>
                      <a:endParaRPr lang="en-US" sz="10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34747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83680" y="356616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SSP → 기프티콘 교환 불가 → 라브 현금 지출 ₩0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SSP → 교환 가능 → 광고수익으로 자체 충당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경우에도 적자 불가능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4846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광고 수익 시뮬레이션</a:t>
            </a:r>
            <a:endParaRPr lang="en-US" sz="16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30352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규모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월 수익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연 환산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10,000 MAU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76만원/월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912만원/년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SSP 원가 커버 + 흑자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50,000 MAU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382만원/월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4,584만원/년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Phase 2 개발비 충당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100,000 MAU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763만원/월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9,156만원/년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독립 수익 구조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듀얼 커머스 (일반샵 + 깜깜이방)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일반샵 (Normal Shop)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정가 판매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파트너사 이름 공개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수수료 5~8%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누구나 접근 가능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멀티스포츠 6종 카테고리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깜깜이방 (Dark Room)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18288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할인가 판매 (재고 처리)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파트너사 완전 익명 (LB 명의)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수수료 8~20%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활성 + SSP 입장권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플래시 세일 (한정 수량)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0" y="54864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5577840"/>
            <a:ext cx="6035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깜깜이방 입장권: 월 500 AD/SHOP SSP (광고 시청으로 충당 → 라브 추가 비용 ₩0)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탄소 토큰증권 (STO) + 글로벌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한국 STO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법적 근거: 자본시장법 + 전자증권법 (2026.01 시행)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거래소: NXT 또는 KDX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구조: 증권사 파트너 API 연동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투자자 신뢰: 높음 (규제 하)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1~3억원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타겟: 2027 Q1-Q2 런칭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09728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16213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2: 해외 블록체인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법인: 싱가포르 또는 두바이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블록체인: Polygon/Base L2 (ERC-20)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보안감사: CertiK/Trail of Bits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유동성: 전 세계 (DEX 상장)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1.3~7.6억원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타겟: 2027 Q3-Q4 런칭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5943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기업 ESG 탄소크레딧 판매: 연 5~20억원 잠재 수익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개발팀 구축 효과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101600" tIns="152400" rIns="1524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AI 팀 + 16개 QA 에이전트 = 3~4명 개발팀 대체, 인건비 연 3.6억원 절감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팀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에이전트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대체 효과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T1 일정기획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PM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T2 구현설계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6개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시니어 개발자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T3 개발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3~30개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개발자 3명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T4 QA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16개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QA 전문가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T5 배포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DevOps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T6 보안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2개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보안 전문가 대체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2801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 절감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일반 스타트업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월 3,200만원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AI 개발팀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월 ~20만원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절감율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99.4%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연간 절감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3.6억원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속도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3152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33% 단축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73152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38주 → 25.5주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자동화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16개 에이전트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57200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버그 발견율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412480" y="4572000"/>
            <a:ext cx="3200400" cy="164592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8412480" y="466344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대표님 역할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12480" y="502920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의사결정자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8412480" y="5669280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→ 승인+방향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리스크 및 대응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685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리스크</a:t>
                      </a:r>
                      <a:endParaRPr lang="en-US" sz="12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심각도</a:t>
                      </a:r>
                      <a:endParaRPr lang="en-US" sz="12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대응 전략</a:t>
                      </a:r>
                      <a:endParaRPr lang="en-US" sz="12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MAU 하락 지속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리뉴얼 + GTM 전략 (기존 13만 회원 활용)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iOS Wi-Fi 스캔 차단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GPS 속도 + 정류장 지오펜스 + CMMotion 대안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1인 개발 체제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Claude AI 병렬 코드생성, Spec-Kit 자동화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STO 규제 불확실성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FSC 사전컨설팅 + 규제 샌드박스 참여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딜러 익명성 유출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API 필터링 + 접근 제한 + 감사 로그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토큰 가격 붕괴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STO 구조로 투기 제한 + 소각 메커니즘</a:t>
                      </a:r>
                      <a:endParaRPr lang="en-US" sz="1100" dirty="0"/>
                    </a:p>
                  </a:txBody>
                  <a:tcPr marL="127000" marR="127000" marT="76200" marB="762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추진 일정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마일스톤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2026 Q2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Pre-Dev + Phase 1 시작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BRD/PRD 완료, 개발 착수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2026 Q3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Phase 1 완료 + 출시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앱스토어 출시, MAU 10,000 목표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2026 Q4~2027 Q1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Phase 2 멀티스포츠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관광공사 MOU, 파크런 시작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2027 Q1~Q3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Phase 3 커머스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일반샵+깜깜이방, 매출 발생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2027 Q3~2028 Q1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Phase 4 STO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토큰증권 런칭, 글로벌 확장</a:t>
                      </a:r>
                      <a:endParaRPr lang="en-US" sz="1200" dirty="0"/>
                    </a:p>
                  </a:txBody>
                  <a:tcPr marL="152400" marR="152400" marT="101600" marB="1016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0" y="502920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0" y="51206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개발 기간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0" y="53949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73주 (약 18개월)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743200" y="59436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 시 56~62주 (약 14~15.5개월)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승인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74320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MAU ~4,000, 전 지표 하락 중인 상황에서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리뉴얼은 선택이 아닌 필수입니다.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606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리뉴얼 프로젝트 승인 (Phase 1~4, 73주)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20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DB 보존 + 신규 개발 (Aurora MySQL 107개 테이블 유지)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38912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4348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434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 Phase 4 사전 준비 (FSC 컨설팅 + 법무 검토)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10515600" cy="73152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49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349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비용 절감 계속 (190만 → 123만원/월)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217920"/>
            <a:ext cx="121889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App Renewal Shareholder Report 2026</dc:subject>
  <dc:creator>Wright Brothers Co., Ltd</dc:creator>
  <cp:lastModifiedBy>Wright Brothers Co., Ltd</cp:lastModifiedBy>
  <cp:revision>1</cp:revision>
  <dcterms:created xsi:type="dcterms:W3CDTF">2026-03-29T08:01:40Z</dcterms:created>
  <dcterms:modified xsi:type="dcterms:W3CDTF">2026-03-29T08:01:40Z</dcterms:modified>
</cp:coreProperties>
</file>